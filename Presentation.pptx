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73152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73152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73152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28016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28016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8016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82880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182880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82880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37744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37744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926080"/>
            <a:ext cx="128016" cy="128016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560320"/>
            <a:ext cx="1554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14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NHAI 7.0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10972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Secure Offline Facial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Recognition &amp; Liveness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Detection System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AED8"/>
                </a:solidFill>
              </a:rPr>
              <a:t>Built for NHAI Datalake 3.0 · Remote Field Personnel Authentication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Team FaceGuard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NHAI Innovation Hackathon 2026 · Submission: 05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CHALLENGE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3931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NHAI field personnel work at remote highway sites — tunnels, mountain passes, border zones — with zero internet connectivity.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Existing attendance systems rely on cloud servers, making authentication impossible offline.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Manual sign-ins are unreliable, fraud-prone, and do not verify actual presence on-site.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91440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 fully offline, React Native cross-platform app with on-device face recognition and liveness detection.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Uses compressed, quantized AI models (~15 MB) running entirely on device with &lt;1 second response time.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Auto-syncs attendance data to AWS when connectivity is restored, then purges local records.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5544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97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React Native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Camera 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37360" y="1600200"/>
            <a:ext cx="365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481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554480" cy="128016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97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Blink / Head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Anti-Spoofing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600200"/>
            <a:ext cx="365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481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005840"/>
            <a:ext cx="1554480" cy="128016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097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MobileNet-SSD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Lightweight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0" y="1600200"/>
            <a:ext cx="365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481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005840"/>
            <a:ext cx="1554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1097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Recognition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MobileFaceNet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ONNX Quantized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365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1481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005840"/>
            <a:ext cx="1554480" cy="1280160"/>
          </a:xfrm>
          <a:prstGeom prst="rect">
            <a:avLst/>
          </a:prstGeom>
          <a:solidFill>
            <a:srgbClr val="1A7A30"/>
          </a:solidFill>
          <a:ln w="12700">
            <a:solidFill>
              <a:srgbClr val="1A7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097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Encrypted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4FF"/>
                </a:solidFill>
              </a:rPr>
              <a:t>SQLite 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63840" y="2286000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3108960"/>
            <a:ext cx="1554480" cy="914400"/>
          </a:xfrm>
          <a:prstGeom prst="rect">
            <a:avLst/>
          </a:prstGeom>
          <a:solidFill>
            <a:srgbClr val="F0F4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AWS Sync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 network restore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+ local purge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2743200"/>
            <a:ext cx="6766560" cy="137160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788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⬡  Fully Offline Zone  —  No internet required for authentication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" y="32461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AI inference runs on-device · Encrypted local storage · Works on Android 8.0+ and iOS 12+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Stack: React Native · ONNX Runtime Mobile · MobileFaceNet · SQLite · AWS S3 (sync only)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MODEL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114300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14300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Face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MobileNet-SSD (Quantized INT8)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6A8"/>
                </a:solidFill>
              </a:rPr>
              <a:t>Size: ~5 MB   ·   &gt;99% detection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5029200" cy="114300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Face Recognition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MobileFaceNet (ONNX, FP16→INT8)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Size: ~8 MB   ·   &gt;97% verification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5029200" cy="114300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91440" cy="114300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Liveness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959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Texture Analysis + Blink CNN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3FA0"/>
                </a:solidFill>
              </a:rPr>
              <a:t>Size: ~2 MB   ·   &gt;96% anti-spoofing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914400"/>
            <a:ext cx="3291840" cy="3840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AED8"/>
                </a:solidFill>
              </a:rPr>
              <a:t>Total Budget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~15 MB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D0"/>
                </a:solidFill>
              </a:rPr>
              <a:t>Total Model 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&lt;1 sec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D0"/>
                </a:solidFill>
              </a:rPr>
              <a:t>Inference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&gt;95%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D0"/>
                </a:solidFill>
              </a:rPr>
              <a:t>Overall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INT8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77840" y="4279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D0"/>
                </a:solidFill>
              </a:rPr>
              <a:t>Quantization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LIVENESS DETECTION &amp; ANTI-SPOOFING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88920" cy="397764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88920" cy="59436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86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A8"/>
                </a:solidFill>
              </a:rPr>
              <a:t>Blink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Eye Aspect Ratio (EAR) analysis using facial landmarks. Requires natural blink sequence — unbeatable with static photos or printed faces.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397764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788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86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Head Pose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Random head-turn prompts (left, right, nod) verified via 3D pose estimation. Defeats video replay attacks and 2D spoofs.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788920" cy="397764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68680"/>
            <a:ext cx="2788920" cy="59436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3FA0"/>
                </a:solidFill>
              </a:rPr>
              <a:t>Texture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CNN-based skin texture classifier distinguishes live skin from screen pixels or printed media by analyzing micro-texture depth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OFFLINE WORKFLOW &amp; SYNC MECHANISM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Field Agent Opens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React Native app launches — no internet required. All resources loaded from on-device storage.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344168"/>
            <a:ext cx="45720" cy="3474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691640"/>
            <a:ext cx="475488" cy="475488"/>
          </a:xfrm>
          <a:prstGeom prst="ellipse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6A8"/>
                </a:solidFill>
              </a:rPr>
              <a:t>Liveness 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App displays random challenge (blink, turn head). Agent completes in real-time.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167128"/>
            <a:ext cx="45720" cy="3474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146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Face Capture &amp; 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MobileFaceNet runs face embedding comparison against enrolled templates stored locally.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2990088"/>
            <a:ext cx="45720" cy="3474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337560"/>
            <a:ext cx="475488" cy="475488"/>
          </a:xfrm>
          <a:prstGeom prst="ellipse">
            <a:avLst/>
          </a:prstGeom>
          <a:solidFill>
            <a:srgbClr val="1A7A30"/>
          </a:solidFill>
          <a:ln w="12700">
            <a:solidFill>
              <a:srgbClr val="1A7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A30"/>
                </a:solidFill>
              </a:rPr>
              <a:t>Attendance Logged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611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Timestamp, GPS coordinates, and encrypted face vector stored in SQLite with AES-256 encryption.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3813048"/>
            <a:ext cx="45720" cy="3474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160520"/>
            <a:ext cx="475488" cy="475488"/>
          </a:xfrm>
          <a:prstGeom prst="ellipse">
            <a:avLst/>
          </a:prstGeom>
          <a:solidFill>
            <a:srgbClr val="C06A00"/>
          </a:solidFill>
          <a:ln w="12700">
            <a:solidFill>
              <a:srgbClr val="C06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6A00"/>
                </a:solidFill>
              </a:rPr>
              <a:t>Network Restored → 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434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App detects connectivity, batch-uploads all pending records to AWS S3, then purges local copies.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822960"/>
            <a:ext cx="3383280" cy="402336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Security Measures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7A30"/>
                </a:solidFill>
              </a:rPr>
              <a:t>✔  AES-256 encrypted local database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1929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7A30"/>
                </a:solidFill>
              </a:rPr>
              <a:t>✔  Face embeddings never stored as raw images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2441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7A30"/>
                </a:solidFill>
              </a:rPr>
              <a:t>✔  Tamper-evident record hashing (SHA-256)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77840" y="2953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7A30"/>
                </a:solidFill>
              </a:rPr>
              <a:t>✔  Secure key storage via Android Keystore / iOS Secure Enclave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34655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7A30"/>
                </a:solidFill>
              </a:rPr>
              <a:t>✔  No PII transmitted without TLS 1.3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 STACK — 100% OPEN SOURCE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57400" cy="406908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057400" cy="50292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React Native 0.73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2075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Expo Camera / Vision Camera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" y="2761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React Native SQLite Storage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" y="34472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AsyncStorage (metadata)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57400" cy="406908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77240"/>
            <a:ext cx="2057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777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ONNX Runtime Mobile 1.17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32888" y="2075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MobileFaceNet (pretrained, MIT)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32888" y="2761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MobileNet-SSD (detection)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32888" y="34472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MediaPipe Face Mesh (landmarks)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2057400" cy="406908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777240"/>
            <a:ext cx="2057400" cy="50292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777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react-native-keychain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73168" y="2075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CryptoJS (AES-256)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2761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SHA-256 record hashing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34472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iOS Secure Enclave / Android Keystore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777240"/>
            <a:ext cx="2057400" cy="4069080"/>
          </a:xfrm>
          <a:prstGeom prst="rect">
            <a:avLst/>
          </a:prstGeom>
          <a:solidFill>
            <a:srgbClr val="F0F4FC"/>
          </a:solidFill>
          <a:ln w="12700">
            <a:solidFill>
              <a:srgbClr val="F0F4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777240"/>
            <a:ext cx="2057400" cy="502920"/>
          </a:xfrm>
          <a:prstGeom prst="rect">
            <a:avLst/>
          </a:prstGeom>
          <a:solidFill>
            <a:srgbClr val="C06A00"/>
          </a:solidFill>
          <a:ln w="12700">
            <a:solidFill>
              <a:srgbClr val="C06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777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Sync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13448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AWS S3 (record upload)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13448" y="20756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AWS Lambda (validation)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13448" y="2761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AWS DynamoDB (audit log)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13448" y="34472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· NetInfo (connectivity check)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PERFORMANCE BENCHMARKS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~15 MB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8FF"/>
                </a:solidFill>
              </a:rPr>
              <a:t>Model 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Target: ~20 MB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65960" cy="182880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0.6 sec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8FF"/>
                </a:solidFill>
              </a:rPr>
              <a:t>Inference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Target: &lt;1 sec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1965960" cy="1828800"/>
          </a:xfrm>
          <a:prstGeom prst="rect">
            <a:avLst/>
          </a:prstGeom>
          <a:solidFill>
            <a:srgbClr val="1A7A30"/>
          </a:solidFill>
          <a:ln w="12700">
            <a:solidFill>
              <a:srgbClr val="1A7A3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&gt;97%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8FF"/>
                </a:solidFill>
              </a:rPr>
              <a:t>Face Recognition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Target: &gt;95%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868680"/>
            <a:ext cx="1965960" cy="182880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&gt;96%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E8FF"/>
                </a:solidFill>
              </a:rPr>
              <a:t>Liveness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Anti-spoofing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Device Compatibility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8503920" cy="16002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280160"/>
                <a:gridCol w="1554480"/>
                <a:gridCol w="155448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Device Tier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Face Detect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Recognition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Entry-Level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Samsung Galaxy A14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0.45s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0.65s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Mid-Range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Redmi Note 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0.30s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0.50s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High-End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OnePlus Nord CE3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GB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0.18s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0.35s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DELIVERABLES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02336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📱 Working Prototype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251460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Cross-platform app (Android + iOS) in React Native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Fully offline face authentication flow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871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Liveness detection (blink + head turn + texture)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5295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Sync &amp; purge on network restore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88920" cy="402336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💻 Source Code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444752"/>
            <a:ext cx="251460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54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Complete codebase on GitHub (public repo)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ONNX model files + training scripts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871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React Native bridge for native AI modules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5295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SQLite schema + encryption utilities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822960"/>
            <a:ext cx="2788920" cy="402336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📄 Documentation &amp; Presentation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44752"/>
            <a:ext cx="251460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554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Technical architecture document (PDF)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22128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Model benchmark report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871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Integration guide for Datalake 3.0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35295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Slide deck (this presentation)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Ready to Build.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Secure  ·  Lightweight  ·  Fully Offline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C0E0"/>
                </a:solidFill>
              </a:rPr>
              <a:t>FaceGuard delivers a production-ready offline biometric system built for NHAI's most remote sites.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0C0E0"/>
                </a:solidFill>
              </a:rPr>
              <a:t>Certified open-source stack, &lt;15 MB model size, and seamless Datalake 3.0 integration.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80A0"/>
                </a:solidFill>
              </a:rPr>
              <a:t>Team FaceGuard   ·   NHAI Hackathon 7.0   · 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NHAI Hackathon 7.0 Proposal</dc:title>
  <dc:subject>PptxGenJS Presentation</dc:subject>
  <dc:creator>Team FaceGuard</dc:creator>
  <cp:lastModifiedBy>Team FaceGuard</cp:lastModifiedBy>
  <cp:revision>1</cp:revision>
  <dcterms:created xsi:type="dcterms:W3CDTF">2026-06-05T05:30:11Z</dcterms:created>
  <dcterms:modified xsi:type="dcterms:W3CDTF">2026-06-05T05:30:11Z</dcterms:modified>
</cp:coreProperties>
</file>